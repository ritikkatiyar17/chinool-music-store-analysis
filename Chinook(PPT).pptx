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60410-6CD6-481D-B301-AAFF22361D13}" v="176" dt="2026-06-07T17:58:10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ik katiyar" userId="f25b9d231841d999" providerId="LiveId" clId="{087F0F9C-4E32-4950-AE69-4ACB69223A90}"/>
    <pc:docChg chg="custSel addSld delSld modSld sldOrd">
      <pc:chgData name="Ritik katiyar" userId="f25b9d231841d999" providerId="LiveId" clId="{087F0F9C-4E32-4950-AE69-4ACB69223A90}" dt="2026-06-08T03:37:51.809" v="2123" actId="14100"/>
      <pc:docMkLst>
        <pc:docMk/>
      </pc:docMkLst>
      <pc:sldChg chg="modSp mod">
        <pc:chgData name="Ritik katiyar" userId="f25b9d231841d999" providerId="LiveId" clId="{087F0F9C-4E32-4950-AE69-4ACB69223A90}" dt="2026-05-23T15:38:04.832" v="1080" actId="14100"/>
        <pc:sldMkLst>
          <pc:docMk/>
          <pc:sldMk cId="1240989432" sldId="256"/>
        </pc:sldMkLst>
        <pc:spChg chg="mod">
          <ac:chgData name="Ritik katiyar" userId="f25b9d231841d999" providerId="LiveId" clId="{087F0F9C-4E32-4950-AE69-4ACB69223A90}" dt="2026-05-23T15:07:01.623" v="1071" actId="242"/>
          <ac:spMkLst>
            <pc:docMk/>
            <pc:sldMk cId="1240989432" sldId="256"/>
            <ac:spMk id="2" creationId="{44DF54EF-A820-FBC9-FB2C-38176DE714CB}"/>
          </ac:spMkLst>
        </pc:spChg>
        <pc:spChg chg="mod">
          <ac:chgData name="Ritik katiyar" userId="f25b9d231841d999" providerId="LiveId" clId="{087F0F9C-4E32-4950-AE69-4ACB69223A90}" dt="2026-05-23T15:38:04.832" v="1080" actId="14100"/>
          <ac:spMkLst>
            <pc:docMk/>
            <pc:sldMk cId="1240989432" sldId="256"/>
            <ac:spMk id="3" creationId="{88CA0BEA-698D-5EEA-98B4-98E43507FF02}"/>
          </ac:spMkLst>
        </pc:spChg>
      </pc:sldChg>
      <pc:sldChg chg="addSp modSp mod ord">
        <pc:chgData name="Ritik katiyar" userId="f25b9d231841d999" providerId="LiveId" clId="{087F0F9C-4E32-4950-AE69-4ACB69223A90}" dt="2026-06-08T03:24:39.206" v="2109" actId="14100"/>
        <pc:sldMkLst>
          <pc:docMk/>
          <pc:sldMk cId="4270832543" sldId="257"/>
        </pc:sldMkLst>
        <pc:spChg chg="mod">
          <ac:chgData name="Ritik katiyar" userId="f25b9d231841d999" providerId="LiveId" clId="{087F0F9C-4E32-4950-AE69-4ACB69223A90}" dt="2026-06-07T16:55:51.661" v="1366" actId="255"/>
          <ac:spMkLst>
            <pc:docMk/>
            <pc:sldMk cId="4270832543" sldId="257"/>
            <ac:spMk id="2" creationId="{0FF5E3E2-0754-BCEC-CA83-787C4AAD998C}"/>
          </ac:spMkLst>
        </pc:spChg>
        <pc:spChg chg="mod">
          <ac:chgData name="Ritik katiyar" userId="f25b9d231841d999" providerId="LiveId" clId="{087F0F9C-4E32-4950-AE69-4ACB69223A90}" dt="2026-06-07T17:28:28.260" v="1637" actId="14100"/>
          <ac:spMkLst>
            <pc:docMk/>
            <pc:sldMk cId="4270832543" sldId="257"/>
            <ac:spMk id="3" creationId="{C6027C9A-E8A0-BBA9-36E4-F70DBF5A375A}"/>
          </ac:spMkLst>
        </pc:spChg>
        <pc:picChg chg="add mod">
          <ac:chgData name="Ritik katiyar" userId="f25b9d231841d999" providerId="LiveId" clId="{087F0F9C-4E32-4950-AE69-4ACB69223A90}" dt="2026-06-08T03:24:39.206" v="2109" actId="14100"/>
          <ac:picMkLst>
            <pc:docMk/>
            <pc:sldMk cId="4270832543" sldId="257"/>
            <ac:picMk id="5" creationId="{54D3B7F2-D4CC-C97E-B014-7BE5FBE09120}"/>
          </ac:picMkLst>
        </pc:picChg>
      </pc:sldChg>
      <pc:sldChg chg="addSp modSp mod">
        <pc:chgData name="Ritik katiyar" userId="f25b9d231841d999" providerId="LiveId" clId="{087F0F9C-4E32-4950-AE69-4ACB69223A90}" dt="2026-06-07T17:26:27.674" v="1631" actId="255"/>
        <pc:sldMkLst>
          <pc:docMk/>
          <pc:sldMk cId="2582109509" sldId="258"/>
        </pc:sldMkLst>
        <pc:spChg chg="mod">
          <ac:chgData name="Ritik katiyar" userId="f25b9d231841d999" providerId="LiveId" clId="{087F0F9C-4E32-4950-AE69-4ACB69223A90}" dt="2026-06-07T17:26:27.674" v="1631" actId="255"/>
          <ac:spMkLst>
            <pc:docMk/>
            <pc:sldMk cId="2582109509" sldId="258"/>
            <ac:spMk id="2" creationId="{8BF545CD-A457-00CC-7041-878D24CBCB26}"/>
          </ac:spMkLst>
        </pc:spChg>
        <pc:spChg chg="mod">
          <ac:chgData name="Ritik katiyar" userId="f25b9d231841d999" providerId="LiveId" clId="{087F0F9C-4E32-4950-AE69-4ACB69223A90}" dt="2026-06-07T16:52:30.925" v="1342" actId="14100"/>
          <ac:spMkLst>
            <pc:docMk/>
            <pc:sldMk cId="2582109509" sldId="258"/>
            <ac:spMk id="5" creationId="{607D1BF6-DD50-0466-1F21-0F656DC0DB15}"/>
          </ac:spMkLst>
        </pc:spChg>
        <pc:picChg chg="add mod">
          <ac:chgData name="Ritik katiyar" userId="f25b9d231841d999" providerId="LiveId" clId="{087F0F9C-4E32-4950-AE69-4ACB69223A90}" dt="2026-06-07T17:25:18.468" v="1628" actId="14100"/>
          <ac:picMkLst>
            <pc:docMk/>
            <pc:sldMk cId="2582109509" sldId="258"/>
            <ac:picMk id="4" creationId="{460262D7-26A1-91FA-9F61-C1FF67BB087E}"/>
          </ac:picMkLst>
        </pc:picChg>
      </pc:sldChg>
      <pc:sldChg chg="addSp modSp mod ord">
        <pc:chgData name="Ritik katiyar" userId="f25b9d231841d999" providerId="LiveId" clId="{087F0F9C-4E32-4950-AE69-4ACB69223A90}" dt="2026-06-07T17:26:58.249" v="1633" actId="14100"/>
        <pc:sldMkLst>
          <pc:docMk/>
          <pc:sldMk cId="3308206784" sldId="259"/>
        </pc:sldMkLst>
        <pc:spChg chg="mod">
          <ac:chgData name="Ritik katiyar" userId="f25b9d231841d999" providerId="LiveId" clId="{087F0F9C-4E32-4950-AE69-4ACB69223A90}" dt="2026-06-07T17:26:58.249" v="1633" actId="14100"/>
          <ac:spMkLst>
            <pc:docMk/>
            <pc:sldMk cId="3308206784" sldId="259"/>
            <ac:spMk id="2" creationId="{FB008CDC-EB46-35FC-1816-E04A987A4B10}"/>
          </ac:spMkLst>
        </pc:spChg>
        <pc:spChg chg="mod">
          <ac:chgData name="Ritik katiyar" userId="f25b9d231841d999" providerId="LiveId" clId="{087F0F9C-4E32-4950-AE69-4ACB69223A90}" dt="2026-06-07T16:53:21.964" v="1345" actId="14100"/>
          <ac:spMkLst>
            <pc:docMk/>
            <pc:sldMk cId="3308206784" sldId="259"/>
            <ac:spMk id="4" creationId="{ED914CD4-F54E-F327-3ECF-A8427D62055A}"/>
          </ac:spMkLst>
        </pc:spChg>
        <pc:picChg chg="add mod">
          <ac:chgData name="Ritik katiyar" userId="f25b9d231841d999" providerId="LiveId" clId="{087F0F9C-4E32-4950-AE69-4ACB69223A90}" dt="2026-06-07T16:53:28.610" v="1346" actId="14100"/>
          <ac:picMkLst>
            <pc:docMk/>
            <pc:sldMk cId="3308206784" sldId="259"/>
            <ac:picMk id="5" creationId="{381777E1-B721-7765-8B04-4CC005EFB309}"/>
          </ac:picMkLst>
        </pc:picChg>
      </pc:sldChg>
      <pc:sldChg chg="modSp mod">
        <pc:chgData name="Ritik katiyar" userId="f25b9d231841d999" providerId="LiveId" clId="{087F0F9C-4E32-4950-AE69-4ACB69223A90}" dt="2026-06-07T17:25:50.478" v="1630" actId="14100"/>
        <pc:sldMkLst>
          <pc:docMk/>
          <pc:sldMk cId="1373340713" sldId="260"/>
        </pc:sldMkLst>
        <pc:spChg chg="mod">
          <ac:chgData name="Ritik katiyar" userId="f25b9d231841d999" providerId="LiveId" clId="{087F0F9C-4E32-4950-AE69-4ACB69223A90}" dt="2026-06-07T16:56:53.265" v="1371" actId="14100"/>
          <ac:spMkLst>
            <pc:docMk/>
            <pc:sldMk cId="1373340713" sldId="260"/>
            <ac:spMk id="2" creationId="{9465182D-28A6-ED36-52D3-252897A9B96B}"/>
          </ac:spMkLst>
        </pc:spChg>
        <pc:picChg chg="mod">
          <ac:chgData name="Ritik katiyar" userId="f25b9d231841d999" providerId="LiveId" clId="{087F0F9C-4E32-4950-AE69-4ACB69223A90}" dt="2026-06-07T17:25:50.478" v="1630" actId="14100"/>
          <ac:picMkLst>
            <pc:docMk/>
            <pc:sldMk cId="1373340713" sldId="260"/>
            <ac:picMk id="5" creationId="{212B8BA2-3461-C7AB-5187-E824DD8F14E2}"/>
          </ac:picMkLst>
        </pc:picChg>
      </pc:sldChg>
      <pc:sldChg chg="modSp mod">
        <pc:chgData name="Ritik katiyar" userId="f25b9d231841d999" providerId="LiveId" clId="{087F0F9C-4E32-4950-AE69-4ACB69223A90}" dt="2026-06-07T17:00:22.307" v="1384" actId="14100"/>
        <pc:sldMkLst>
          <pc:docMk/>
          <pc:sldMk cId="1404222766" sldId="261"/>
        </pc:sldMkLst>
        <pc:spChg chg="mod">
          <ac:chgData name="Ritik katiyar" userId="f25b9d231841d999" providerId="LiveId" clId="{087F0F9C-4E32-4950-AE69-4ACB69223A90}" dt="2026-06-07T16:58:27.476" v="1379" actId="255"/>
          <ac:spMkLst>
            <pc:docMk/>
            <pc:sldMk cId="1404222766" sldId="261"/>
            <ac:spMk id="2" creationId="{CAF88E12-1F85-E09B-D93E-07FE3EF8803F}"/>
          </ac:spMkLst>
        </pc:spChg>
        <pc:spChg chg="mod">
          <ac:chgData name="Ritik katiyar" userId="f25b9d231841d999" providerId="LiveId" clId="{087F0F9C-4E32-4950-AE69-4ACB69223A90}" dt="2026-06-07T17:00:22.307" v="1384" actId="14100"/>
          <ac:spMkLst>
            <pc:docMk/>
            <pc:sldMk cId="1404222766" sldId="261"/>
            <ac:spMk id="5" creationId="{B594FC1C-BEAD-AB8A-ADBE-D65E24B3BC47}"/>
          </ac:spMkLst>
        </pc:spChg>
      </pc:sldChg>
      <pc:sldChg chg="addSp delSp modSp new mod">
        <pc:chgData name="Ritik katiyar" userId="f25b9d231841d999" providerId="LiveId" clId="{087F0F9C-4E32-4950-AE69-4ACB69223A90}" dt="2026-06-07T17:50:58.546" v="1949" actId="20577"/>
        <pc:sldMkLst>
          <pc:docMk/>
          <pc:sldMk cId="2641289996" sldId="263"/>
        </pc:sldMkLst>
        <pc:spChg chg="mod">
          <ac:chgData name="Ritik katiyar" userId="f25b9d231841d999" providerId="LiveId" clId="{087F0F9C-4E32-4950-AE69-4ACB69223A90}" dt="2026-06-07T17:40:44.564" v="1896" actId="27636"/>
          <ac:spMkLst>
            <pc:docMk/>
            <pc:sldMk cId="2641289996" sldId="263"/>
            <ac:spMk id="2" creationId="{92531358-86A8-2EA9-5CBC-97C00425A858}"/>
          </ac:spMkLst>
        </pc:spChg>
        <pc:spChg chg="add mod">
          <ac:chgData name="Ritik katiyar" userId="f25b9d231841d999" providerId="LiveId" clId="{087F0F9C-4E32-4950-AE69-4ACB69223A90}" dt="2026-06-07T17:50:58.546" v="1949" actId="20577"/>
          <ac:spMkLst>
            <pc:docMk/>
            <pc:sldMk cId="2641289996" sldId="263"/>
            <ac:spMk id="10" creationId="{FE3424B1-13AD-565D-F73B-1F8D35E4677B}"/>
          </ac:spMkLst>
        </pc:spChg>
        <pc:picChg chg="add mod ord">
          <ac:chgData name="Ritik katiyar" userId="f25b9d231841d999" providerId="LiveId" clId="{087F0F9C-4E32-4950-AE69-4ACB69223A90}" dt="2026-06-07T17:10:58.711" v="1445" actId="14100"/>
          <ac:picMkLst>
            <pc:docMk/>
            <pc:sldMk cId="2641289996" sldId="263"/>
            <ac:picMk id="6" creationId="{E8574054-F6B8-F748-5017-8FB52EB4E282}"/>
          </ac:picMkLst>
        </pc:picChg>
      </pc:sldChg>
      <pc:sldChg chg="addSp delSp modSp new mod ord">
        <pc:chgData name="Ritik katiyar" userId="f25b9d231841d999" providerId="LiveId" clId="{087F0F9C-4E32-4950-AE69-4ACB69223A90}" dt="2026-06-07T17:50:39.923" v="1946" actId="14100"/>
        <pc:sldMkLst>
          <pc:docMk/>
          <pc:sldMk cId="245241371" sldId="264"/>
        </pc:sldMkLst>
        <pc:spChg chg="mod">
          <ac:chgData name="Ritik katiyar" userId="f25b9d231841d999" providerId="LiveId" clId="{087F0F9C-4E32-4950-AE69-4ACB69223A90}" dt="2026-06-07T17:02:31.506" v="1396" actId="14100"/>
          <ac:spMkLst>
            <pc:docMk/>
            <pc:sldMk cId="245241371" sldId="264"/>
            <ac:spMk id="2" creationId="{FAC49257-418F-387A-78CF-994C31222F84}"/>
          </ac:spMkLst>
        </pc:spChg>
        <pc:spChg chg="add mod">
          <ac:chgData name="Ritik katiyar" userId="f25b9d231841d999" providerId="LiveId" clId="{087F0F9C-4E32-4950-AE69-4ACB69223A90}" dt="2026-06-07T17:50:16.846" v="1942" actId="14100"/>
          <ac:spMkLst>
            <pc:docMk/>
            <pc:sldMk cId="245241371" sldId="264"/>
            <ac:spMk id="7" creationId="{0B8847FE-A5F2-883F-9F66-F58FADAD3238}"/>
          </ac:spMkLst>
        </pc:spChg>
        <pc:picChg chg="add mod ord">
          <ac:chgData name="Ritik katiyar" userId="f25b9d231841d999" providerId="LiveId" clId="{087F0F9C-4E32-4950-AE69-4ACB69223A90}" dt="2026-06-07T17:50:39.923" v="1946" actId="14100"/>
          <ac:picMkLst>
            <pc:docMk/>
            <pc:sldMk cId="245241371" sldId="264"/>
            <ac:picMk id="11" creationId="{788BD3E7-3627-0495-F42C-1CAA2BA9A17E}"/>
          </ac:picMkLst>
        </pc:picChg>
      </pc:sldChg>
      <pc:sldChg chg="addSp delSp modSp new mod">
        <pc:chgData name="Ritik katiyar" userId="f25b9d231841d999" providerId="LiveId" clId="{087F0F9C-4E32-4950-AE69-4ACB69223A90}" dt="2026-06-08T03:37:51.809" v="2123" actId="14100"/>
        <pc:sldMkLst>
          <pc:docMk/>
          <pc:sldMk cId="2708538517" sldId="265"/>
        </pc:sldMkLst>
        <pc:spChg chg="mod">
          <ac:chgData name="Ritik katiyar" userId="f25b9d231841d999" providerId="LiveId" clId="{087F0F9C-4E32-4950-AE69-4ACB69223A90}" dt="2026-06-07T17:40:59.776" v="1897" actId="14100"/>
          <ac:spMkLst>
            <pc:docMk/>
            <pc:sldMk cId="2708538517" sldId="265"/>
            <ac:spMk id="2" creationId="{8003DF11-E7FA-B69E-FA16-C16999E8CEEB}"/>
          </ac:spMkLst>
        </pc:spChg>
        <pc:spChg chg="add mod">
          <ac:chgData name="Ritik katiyar" userId="f25b9d231841d999" providerId="LiveId" clId="{087F0F9C-4E32-4950-AE69-4ACB69223A90}" dt="2026-06-07T17:20:08.171" v="1605" actId="14100"/>
          <ac:spMkLst>
            <pc:docMk/>
            <pc:sldMk cId="2708538517" sldId="265"/>
            <ac:spMk id="7" creationId="{48465B1E-3290-FB74-969F-15A7D06133FA}"/>
          </ac:spMkLst>
        </pc:spChg>
        <pc:picChg chg="add mod ord">
          <ac:chgData name="Ritik katiyar" userId="f25b9d231841d999" providerId="LiveId" clId="{087F0F9C-4E32-4950-AE69-4ACB69223A90}" dt="2026-06-08T03:37:51.809" v="2123" actId="14100"/>
          <ac:picMkLst>
            <pc:docMk/>
            <pc:sldMk cId="2708538517" sldId="265"/>
            <ac:picMk id="6" creationId="{0695D089-2792-28D3-3D78-073AA8C023AA}"/>
          </ac:picMkLst>
        </pc:picChg>
      </pc:sldChg>
      <pc:sldChg chg="addSp delSp modSp new mod">
        <pc:chgData name="Ritik katiyar" userId="f25b9d231841d999" providerId="LiveId" clId="{087F0F9C-4E32-4950-AE69-4ACB69223A90}" dt="2026-06-07T17:58:54.667" v="2108" actId="14100"/>
        <pc:sldMkLst>
          <pc:docMk/>
          <pc:sldMk cId="2369389418" sldId="266"/>
        </pc:sldMkLst>
        <pc:spChg chg="mod">
          <ac:chgData name="Ritik katiyar" userId="f25b9d231841d999" providerId="LiveId" clId="{087F0F9C-4E32-4950-AE69-4ACB69223A90}" dt="2026-06-07T17:07:37.534" v="1432" actId="255"/>
          <ac:spMkLst>
            <pc:docMk/>
            <pc:sldMk cId="2369389418" sldId="266"/>
            <ac:spMk id="2" creationId="{4896C3B8-5F13-FA05-5222-A00CB6D93EBB}"/>
          </ac:spMkLst>
        </pc:spChg>
        <pc:spChg chg="add mod">
          <ac:chgData name="Ritik katiyar" userId="f25b9d231841d999" providerId="LiveId" clId="{087F0F9C-4E32-4950-AE69-4ACB69223A90}" dt="2026-06-07T17:53:04.239" v="1958" actId="14100"/>
          <ac:spMkLst>
            <pc:docMk/>
            <pc:sldMk cId="2369389418" sldId="266"/>
            <ac:spMk id="7" creationId="{6D460BD6-7BF5-CA84-EE86-2CA38F2FB25D}"/>
          </ac:spMkLst>
        </pc:spChg>
        <pc:picChg chg="add mod ord">
          <ac:chgData name="Ritik katiyar" userId="f25b9d231841d999" providerId="LiveId" clId="{087F0F9C-4E32-4950-AE69-4ACB69223A90}" dt="2026-06-07T17:58:54.667" v="2108" actId="14100"/>
          <ac:picMkLst>
            <pc:docMk/>
            <pc:sldMk cId="2369389418" sldId="266"/>
            <ac:picMk id="6" creationId="{5BD8C0CE-785C-53F3-04EB-71D03E5DBF77}"/>
          </ac:picMkLst>
        </pc:picChg>
      </pc:sldChg>
      <pc:sldChg chg="addSp modSp new mod">
        <pc:chgData name="Ritik katiyar" userId="f25b9d231841d999" providerId="LiveId" clId="{087F0F9C-4E32-4950-AE69-4ACB69223A90}" dt="2026-06-08T03:36:45.217" v="2118" actId="1076"/>
        <pc:sldMkLst>
          <pc:docMk/>
          <pc:sldMk cId="2672874135" sldId="268"/>
        </pc:sldMkLst>
        <pc:spChg chg="mod">
          <ac:chgData name="Ritik katiyar" userId="f25b9d231841d999" providerId="LiveId" clId="{087F0F9C-4E32-4950-AE69-4ACB69223A90}" dt="2026-06-07T17:39:55.450" v="1894" actId="14100"/>
          <ac:spMkLst>
            <pc:docMk/>
            <pc:sldMk cId="2672874135" sldId="268"/>
            <ac:spMk id="2" creationId="{118094CB-0756-417A-0FB5-311897871DDF}"/>
          </ac:spMkLst>
        </pc:spChg>
        <pc:spChg chg="mod">
          <ac:chgData name="Ritik katiyar" userId="f25b9d231841d999" providerId="LiveId" clId="{087F0F9C-4E32-4950-AE69-4ACB69223A90}" dt="2026-06-08T03:36:33.082" v="2116" actId="14100"/>
          <ac:spMkLst>
            <pc:docMk/>
            <pc:sldMk cId="2672874135" sldId="268"/>
            <ac:spMk id="3" creationId="{FF522A9F-8849-820C-947E-23C7BDBBA4B1}"/>
          </ac:spMkLst>
        </pc:spChg>
        <pc:picChg chg="add mod">
          <ac:chgData name="Ritik katiyar" userId="f25b9d231841d999" providerId="LiveId" clId="{087F0F9C-4E32-4950-AE69-4ACB69223A90}" dt="2026-06-08T03:36:45.217" v="2118" actId="1076"/>
          <ac:picMkLst>
            <pc:docMk/>
            <pc:sldMk cId="2672874135" sldId="268"/>
            <ac:picMk id="5" creationId="{653C6447-2A41-2BAE-8C1E-F82B2E8CCD71}"/>
          </ac:picMkLst>
        </pc:picChg>
      </pc:sldChg>
      <pc:sldChg chg="addSp delSp modSp new mod">
        <pc:chgData name="Ritik katiyar" userId="f25b9d231841d999" providerId="LiveId" clId="{087F0F9C-4E32-4950-AE69-4ACB69223A90}" dt="2026-06-07T17:23:54.294" v="1625" actId="14100"/>
        <pc:sldMkLst>
          <pc:docMk/>
          <pc:sldMk cId="3680884285" sldId="269"/>
        </pc:sldMkLst>
        <pc:spChg chg="mod">
          <ac:chgData name="Ritik katiyar" userId="f25b9d231841d999" providerId="LiveId" clId="{087F0F9C-4E32-4950-AE69-4ACB69223A90}" dt="2026-05-23T15:03:13.475" v="1057" actId="242"/>
          <ac:spMkLst>
            <pc:docMk/>
            <pc:sldMk cId="3680884285" sldId="269"/>
            <ac:spMk id="2" creationId="{DD77C883-194D-A813-8062-D95A081C882A}"/>
          </ac:spMkLst>
        </pc:spChg>
        <pc:spChg chg="add mod">
          <ac:chgData name="Ritik katiyar" userId="f25b9d231841d999" providerId="LiveId" clId="{087F0F9C-4E32-4950-AE69-4ACB69223A90}" dt="2026-06-07T17:18:06.379" v="1489" actId="14100"/>
          <ac:spMkLst>
            <pc:docMk/>
            <pc:sldMk cId="3680884285" sldId="269"/>
            <ac:spMk id="7" creationId="{B421B3F2-27D8-B56E-4934-DDF62BDC6C9A}"/>
          </ac:spMkLst>
        </pc:spChg>
        <pc:picChg chg="add mod ord">
          <ac:chgData name="Ritik katiyar" userId="f25b9d231841d999" providerId="LiveId" clId="{087F0F9C-4E32-4950-AE69-4ACB69223A90}" dt="2026-06-07T17:23:54.294" v="1625" actId="14100"/>
          <ac:picMkLst>
            <pc:docMk/>
            <pc:sldMk cId="3680884285" sldId="269"/>
            <ac:picMk id="6" creationId="{41A2FC93-9BC8-F05E-BC17-BE909D05B288}"/>
          </ac:picMkLst>
        </pc:picChg>
      </pc:sldChg>
      <pc:sldChg chg="addSp delSp modSp new mod">
        <pc:chgData name="Ritik katiyar" userId="f25b9d231841d999" providerId="LiveId" clId="{087F0F9C-4E32-4950-AE69-4ACB69223A90}" dt="2026-06-07T17:58:10.378" v="2105" actId="14100"/>
        <pc:sldMkLst>
          <pc:docMk/>
          <pc:sldMk cId="240874100" sldId="270"/>
        </pc:sldMkLst>
        <pc:spChg chg="mod">
          <ac:chgData name="Ritik katiyar" userId="f25b9d231841d999" providerId="LiveId" clId="{087F0F9C-4E32-4950-AE69-4ACB69223A90}" dt="2026-06-07T17:21:33.920" v="1616" actId="255"/>
          <ac:spMkLst>
            <pc:docMk/>
            <pc:sldMk cId="240874100" sldId="270"/>
            <ac:spMk id="2" creationId="{0EAFD787-1F72-9471-5CB8-726815D9AE41}"/>
          </ac:spMkLst>
        </pc:spChg>
        <pc:spChg chg="add mod">
          <ac:chgData name="Ritik katiyar" userId="f25b9d231841d999" providerId="LiveId" clId="{087F0F9C-4E32-4950-AE69-4ACB69223A90}" dt="2026-06-07T17:58:10.378" v="2105" actId="14100"/>
          <ac:spMkLst>
            <pc:docMk/>
            <pc:sldMk cId="240874100" sldId="270"/>
            <ac:spMk id="4" creationId="{507AFF5D-FEAA-5634-D78F-98D2DBB82CA8}"/>
          </ac:spMkLst>
        </pc:spChg>
      </pc:sldChg>
      <pc:sldChg chg="addSp modSp new mod">
        <pc:chgData name="Ritik katiyar" userId="f25b9d231841d999" providerId="LiveId" clId="{087F0F9C-4E32-4950-AE69-4ACB69223A90}" dt="2026-05-23T14:39:34.980" v="974" actId="14100"/>
        <pc:sldMkLst>
          <pc:docMk/>
          <pc:sldMk cId="1243440551" sldId="271"/>
        </pc:sldMkLst>
        <pc:picChg chg="add mod">
          <ac:chgData name="Ritik katiyar" userId="f25b9d231841d999" providerId="LiveId" clId="{087F0F9C-4E32-4950-AE69-4ACB69223A90}" dt="2026-05-23T14:39:34.980" v="974" actId="14100"/>
          <ac:picMkLst>
            <pc:docMk/>
            <pc:sldMk cId="1243440551" sldId="271"/>
            <ac:picMk id="3" creationId="{4E96BADD-CD2D-8A42-BF54-74A23DA50D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72DD-9E2E-44AF-9C0D-A3247FF2268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B65C9-7659-4026-9268-148BF3274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40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65C9-7659-4026-9268-148BF327465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82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22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1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4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2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8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572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19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79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9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7530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440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0162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271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516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22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1CC0B-2D45-4AFB-8733-3A2777822EB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95AA90-D010-4F9A-91E0-0EE60BC0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54EF-A820-FBC9-FB2C-38176DE71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81" y="1877962"/>
            <a:ext cx="9301316" cy="1366684"/>
          </a:xfrm>
        </p:spPr>
        <p:txBody>
          <a:bodyPr anchor="ctr"/>
          <a:lstStyle/>
          <a:p>
            <a:pPr algn="ctr"/>
            <a:r>
              <a:rPr lang="en-US" b="1" i="1" u="sng" dirty="0">
                <a:solidFill>
                  <a:srgbClr val="FF0000"/>
                </a:solidFill>
              </a:rPr>
              <a:t>CHINOOK MUSIC STORE  </a:t>
            </a:r>
            <a:endParaRPr lang="en-IN" b="1" i="1" u="sng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A0BEA-698D-5EEA-98B4-98E43507F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4"/>
            <a:ext cx="6801191" cy="1022612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i="1" u="sng" dirty="0">
                <a:solidFill>
                  <a:srgbClr val="7030A0"/>
                </a:solidFill>
                <a:latin typeface="Corbel" panose="020B0503020204020204" pitchFamily="34" charset="0"/>
              </a:rPr>
              <a:t>RITIK KATIYAR</a:t>
            </a:r>
            <a:endParaRPr lang="en-IN" sz="2400" b="1" i="1" u="sng" dirty="0">
              <a:solidFill>
                <a:srgbClr val="7030A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98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E3E2-0754-BCEC-CA83-787C4AAD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7149"/>
            <a:ext cx="7876731" cy="629264"/>
          </a:xfrm>
        </p:spPr>
        <p:txBody>
          <a:bodyPr anchor="t">
            <a:noAutofit/>
          </a:bodyPr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Agenda</a:t>
            </a:r>
            <a:endParaRPr lang="en-IN" b="1" i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7C9A-E8A0-BBA9-36E4-F70DBF5A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2490"/>
            <a:ext cx="3333135" cy="2251587"/>
          </a:xfrm>
        </p:spPr>
        <p:txBody>
          <a:bodyPr/>
          <a:lstStyle/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Chinook Overview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Problem Statement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Data Schema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Data Cleaning &amp; Validation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Key Metrics and Visualization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Recommendations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3B7F2-D4CC-C97E-B014-7BE5FBE09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469" y="1612490"/>
            <a:ext cx="3569109" cy="225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3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45CD-A457-00CC-7041-878D24CB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57316"/>
            <a:ext cx="8043878" cy="619431"/>
          </a:xfrm>
        </p:spPr>
        <p:txBody>
          <a:bodyPr anchor="t">
            <a:noAutofit/>
          </a:bodyPr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Chinook Overview</a:t>
            </a:r>
            <a:endParaRPr lang="en-IN" b="1" i="1" u="sng" dirty="0">
              <a:solidFill>
                <a:srgbClr val="0070C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7D1BF6-DD50-0466-1F21-0F656DC0DB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265" y="1429415"/>
            <a:ext cx="3883742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Chinook is a digital music store database containing customer, sales, track, album, artist, and genre data. </a:t>
            </a:r>
            <a:endParaRPr lang="en-US" altLang="en-US" sz="1600" b="1" dirty="0">
              <a:solidFill>
                <a:srgbClr val="002060"/>
              </a:solidFill>
              <a:latin typeface="Corbel" panose="020B05030202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The database stores music purchase and customer transaction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The project uses SQL analysis to study customer behavior and sales trends.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262D7-26A1-91FA-9F61-C1FF67BB0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205" y="1759974"/>
            <a:ext cx="3883742" cy="247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09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8CDC-EB46-35FC-1816-E04A987A4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157315"/>
            <a:ext cx="8101781" cy="658761"/>
          </a:xfrm>
        </p:spPr>
        <p:txBody>
          <a:bodyPr anchor="t">
            <a:noAutofit/>
          </a:bodyPr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Problem Statement</a:t>
            </a:r>
            <a:endParaRPr lang="en-IN" b="1" i="1" u="sng" dirty="0">
              <a:solidFill>
                <a:srgbClr val="0070C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914CD4-F54E-F327-3ECF-A8427D620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272" y="1671483"/>
            <a:ext cx="433602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Analyze Chinook music sales data to understand customer purchasing behavior and sales performance.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Identify trends in customers, tracks, genres, and country-wise sales.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Generate insights and recommendations to support business growth and customer retention.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777E1-B721-7765-8B04-4CC005EFB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299" y="1671483"/>
            <a:ext cx="3765754" cy="255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06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182D-28A6-ED36-52D3-252897A9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987"/>
            <a:ext cx="8596668" cy="648929"/>
          </a:xfrm>
        </p:spPr>
        <p:txBody>
          <a:bodyPr/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Data Schema</a:t>
            </a:r>
            <a:endParaRPr lang="en-IN" b="1" i="1" u="sng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2B8BA2-3461-C7AB-5187-E824DD8F1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5" y="766916"/>
            <a:ext cx="8740877" cy="58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4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8E12-1F85-E09B-D93E-07FE3EF8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7317"/>
            <a:ext cx="8596668" cy="609600"/>
          </a:xfrm>
        </p:spPr>
        <p:txBody>
          <a:bodyPr anchor="t">
            <a:noAutofit/>
          </a:bodyPr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Data Cleaning &amp; Validation</a:t>
            </a:r>
            <a:endParaRPr lang="en-IN" b="1" i="1" u="sng" dirty="0">
              <a:solidFill>
                <a:srgbClr val="0070C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94FC1C-BEAD-AB8A-ADBE-D65E24B3B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50739"/>
            <a:ext cx="8596668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Customer table had missing values in Company, State, and Fax columns.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Track table contained a high number of missing values in the Composer column.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One NULL value in employee reports-to column was valid because the top-level manager has no reporting manager.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Duplicate records were identified only in invoice-line and playlist tables.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Validated joins and relationships between tables to ensure accurate analysis. </a:t>
            </a:r>
          </a:p>
        </p:txBody>
      </p:sp>
    </p:spTree>
    <p:extLst>
      <p:ext uri="{BB962C8B-B14F-4D97-AF65-F5344CB8AC3E}">
        <p14:creationId xmlns:p14="http://schemas.microsoft.com/office/powerpoint/2010/main" val="140422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1358-86A8-2EA9-5CBC-97C00425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7819"/>
            <a:ext cx="8596668" cy="678426"/>
          </a:xfrm>
        </p:spPr>
        <p:txBody>
          <a:bodyPr anchor="b">
            <a:normAutofit/>
          </a:bodyPr>
          <a:lstStyle/>
          <a:p>
            <a:pPr algn="ctr"/>
            <a:r>
              <a:rPr lang="en-IN" b="1" i="1" u="sng" dirty="0">
                <a:solidFill>
                  <a:srgbClr val="0070C0"/>
                </a:solidFill>
              </a:rPr>
              <a:t>Best-Selling Genre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574054-F6B8-F748-5017-8FB52EB4E2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760" y="1464416"/>
            <a:ext cx="4266242" cy="2585323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FE3424B1-13AD-565D-F73B-1F8D35E4677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4" y="1464416"/>
            <a:ext cx="433042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Rock is the top-selling genre in the USA contributing around 53% of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Alternative &amp; Punk and Metal are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        next most popular genres.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Genres like TV Shows and Soundtrack generate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the lowest sales due to lower customer demand. </a:t>
            </a:r>
          </a:p>
        </p:txBody>
      </p:sp>
    </p:spTree>
    <p:extLst>
      <p:ext uri="{BB962C8B-B14F-4D97-AF65-F5344CB8AC3E}">
        <p14:creationId xmlns:p14="http://schemas.microsoft.com/office/powerpoint/2010/main" val="264128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9257-418F-387A-78CF-994C3122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7652"/>
            <a:ext cx="8596668" cy="678425"/>
          </a:xfrm>
        </p:spPr>
        <p:txBody>
          <a:bodyPr anchor="b"/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Album-Based Sales Analysis</a:t>
            </a:r>
            <a:endParaRPr lang="en-IN" b="1" i="1" u="sng" dirty="0">
              <a:solidFill>
                <a:srgbClr val="0070C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B8847FE-A5F2-883F-9F66-F58FADAD323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4" y="1760686"/>
            <a:ext cx="408147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From The Muddy Banks Of The Wishkah &amp; Are You Experienced? generated the highest revenue in the USA.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Most top-performing albums belong to the Rock genre, showing strong customer demand.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Artists like Nirvana, Jimi Hendrix, 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&amp;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The Doors contribute significantly to album sales.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88BD3E7-3627-0495-F42C-1CAA2BA9A1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523" y="1760686"/>
            <a:ext cx="4081479" cy="280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DF11-E7FA-B69E-FA16-C16999E8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7652"/>
            <a:ext cx="8596668" cy="112087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IN" sz="4000" b="1" i="1" u="sng" dirty="0">
                <a:solidFill>
                  <a:srgbClr val="0070C0"/>
                </a:solidFill>
              </a:rPr>
              <a:t>Customer Loyalty Analysis</a:t>
            </a:r>
            <a:br>
              <a:rPr lang="en-IN" b="1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95D089-2792-28D3-3D78-073AA8C023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123" y="1573160"/>
            <a:ext cx="4298879" cy="343145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8465B1E-3290-FB74-969F-15A7D06133F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4" y="1366307"/>
            <a:ext cx="385533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Long-term customers have higher    average spending (874.11)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than short-term customers (719.51).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Long-term customers show higher basket size (86) and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purchase frequency (11), indicating stronger loyalty.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Short-term customers show lower               spending and activity, highlighting the need for better retention strategies.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3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C3B8-5F13-FA05-5222-A00CB6D93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7819"/>
            <a:ext cx="8596668" cy="629265"/>
          </a:xfrm>
        </p:spPr>
        <p:txBody>
          <a:bodyPr anchor="b">
            <a:noAutofit/>
          </a:bodyPr>
          <a:lstStyle/>
          <a:p>
            <a:pPr algn="ctr"/>
            <a:r>
              <a:rPr lang="en-IN" b="1" i="1" u="sng" dirty="0">
                <a:solidFill>
                  <a:srgbClr val="0070C0"/>
                </a:solidFill>
              </a:rPr>
              <a:t>Regional Market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BD8C0CE-785C-53F3-04EB-71D03E5DBF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517" y="1594589"/>
            <a:ext cx="4022485" cy="280076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D460BD6-7BF5-CA84-EE86-2CA38F2FB25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4" y="1594589"/>
            <a:ext cx="402248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6 countries show 100% churn, indicating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-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no recent customer activity.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USA &amp; Canada have low churn (&lt;20%) with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highest active customers (13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&amp; 8).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           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11 out of 24 countries show 0% churn,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        indicating active customers.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Churn varies due to demand, income,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        market maturity, and competition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69389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94CB-0756-417A-0FB5-31189787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7485"/>
            <a:ext cx="8596668" cy="619431"/>
          </a:xfrm>
        </p:spPr>
        <p:txBody>
          <a:bodyPr anchor="b">
            <a:noAutofit/>
          </a:bodyPr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Churn Segmentation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22A9F-8849-820C-947E-23C7BDBBA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661653"/>
            <a:ext cx="3983155" cy="2458064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Low Frequency – Low Value segment shows the highest churn (38.1%),making it the most at-risk group.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b="1" dirty="0">
              <a:solidFill>
                <a:srgbClr val="002060"/>
              </a:solidFill>
              <a:latin typeface="Corbel" panose="020B0503020204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High Frequency – Low Value segment has a moderate churn rate (25.81%), indicating that frequent purchases alone don’t ensure retention.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C6447-2A41-2BAE-8C1E-F82B2E8CC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68" y="1661653"/>
            <a:ext cx="3983155" cy="245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7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C883-194D-A813-8062-D95A081C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7820"/>
            <a:ext cx="8596668" cy="766916"/>
          </a:xfrm>
        </p:spPr>
        <p:txBody>
          <a:bodyPr anchor="t"/>
          <a:lstStyle/>
          <a:p>
            <a:pPr algn="ctr"/>
            <a:r>
              <a:rPr lang="en-US" b="1" i="1" u="sng" dirty="0">
                <a:solidFill>
                  <a:srgbClr val="0070C0"/>
                </a:solidFill>
              </a:rPr>
              <a:t>Customer Lifetime Value(CLV)</a:t>
            </a:r>
            <a:endParaRPr lang="en-IN" b="1" i="1" u="sng" dirty="0">
              <a:solidFill>
                <a:srgbClr val="0070C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A2FC93-9BC8-F05E-BC17-BE909D05B2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4" y="1692225"/>
            <a:ext cx="4091310" cy="304698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421B3F2-27D8-B56E-4934-DDF62BDC6C9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4" y="1692224"/>
            <a:ext cx="409131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Customer distribution: 43 Active and           16 Churned customers.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Active customers have higher average spend (262.82) and order value (24.13).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Churned customers show lower average spend (148.01) and order value (15.24).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Key insight: Lower spending and order value are strongly associated with customer churn.</a:t>
            </a:r>
          </a:p>
        </p:txBody>
      </p:sp>
    </p:spTree>
    <p:extLst>
      <p:ext uri="{BB962C8B-B14F-4D97-AF65-F5344CB8AC3E}">
        <p14:creationId xmlns:p14="http://schemas.microsoft.com/office/powerpoint/2010/main" val="3680884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D787-1F72-9471-5CB8-726815D9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7819"/>
            <a:ext cx="7542434" cy="63909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	</a:t>
            </a:r>
            <a:r>
              <a:rPr lang="en-US" sz="4000" b="1" i="1" u="sng" dirty="0">
                <a:solidFill>
                  <a:srgbClr val="0070C0"/>
                </a:solidFill>
              </a:rPr>
              <a:t>Recommendations</a:t>
            </a:r>
            <a:endParaRPr lang="en-IN" sz="4000" b="1" i="1" u="sng" dirty="0">
              <a:solidFill>
                <a:srgbClr val="0070C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7AFF5D-FEAA-5634-D78F-98D2DBB82C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15886"/>
            <a:ext cx="831918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Improve underperforming genres (TV Shows, Soundtracks) using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targeted promotions 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&amp;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curated recommendations.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Expand marketing focus on top genres like Rock, Alternative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&amp; Punk to maximize revenue growth.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Convert short-term customers into long-term users through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oyalty programs and engagement incentives.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Re-activate inactive regions and improve retention in low-performing countries</a:t>
            </a:r>
            <a:r>
              <a:rPr lang="en-US" altLang="en-US" sz="1600" b="1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using localized strategies.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rbel" panose="020B0503020204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rbel" panose="020B0503020204020204" pitchFamily="34" charset="0"/>
              </a:rPr>
              <a:t>Prioritize high-risk and low-value customers with win-back campaigns, personalized offers, and retention-focused engagement. </a:t>
            </a:r>
          </a:p>
        </p:txBody>
      </p:sp>
    </p:spTree>
    <p:extLst>
      <p:ext uri="{BB962C8B-B14F-4D97-AF65-F5344CB8AC3E}">
        <p14:creationId xmlns:p14="http://schemas.microsoft.com/office/powerpoint/2010/main" val="240874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6BADD-CD2D-8A42-BF54-74A23DA50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405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989</TotalTime>
  <Words>586</Words>
  <Application>Microsoft Office PowerPoint</Application>
  <PresentationFormat>Widescreen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Corbel</vt:lpstr>
      <vt:lpstr>Trebuchet MS</vt:lpstr>
      <vt:lpstr>Wingdings</vt:lpstr>
      <vt:lpstr>Wingdings 3</vt:lpstr>
      <vt:lpstr>Facet</vt:lpstr>
      <vt:lpstr>CHINOOK MUSIC STORE  </vt:lpstr>
      <vt:lpstr>Agenda</vt:lpstr>
      <vt:lpstr>Chinook Overview</vt:lpstr>
      <vt:lpstr>Problem Statement</vt:lpstr>
      <vt:lpstr>Data Schema</vt:lpstr>
      <vt:lpstr>Data Cleaning &amp; Validation</vt:lpstr>
      <vt:lpstr>Best-Selling Genre Analysis</vt:lpstr>
      <vt:lpstr>Album-Based Sales Analysis</vt:lpstr>
      <vt:lpstr>Customer Loyalty Analysis </vt:lpstr>
      <vt:lpstr>Regional Market Analysis</vt:lpstr>
      <vt:lpstr>Churn Segmentation</vt:lpstr>
      <vt:lpstr>Customer Lifetime Value(CLV)</vt:lpstr>
      <vt:lpstr>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Ritik katiyar</dc:creator>
  <cp:lastModifiedBy>Ritik katiyar</cp:lastModifiedBy>
  <cp:revision>1</cp:revision>
  <dcterms:created xsi:type="dcterms:W3CDTF">2026-05-22T15:12:14Z</dcterms:created>
  <dcterms:modified xsi:type="dcterms:W3CDTF">2026-06-08T03:38:01Z</dcterms:modified>
</cp:coreProperties>
</file>